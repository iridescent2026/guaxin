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086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1163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心易陪伴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52603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探索内心，遇见更好的自己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1661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基于周易文化 + AI 心理陪伴的大学生心理健康平台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0312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项目概述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0312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0312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0312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市场与愿景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FDF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2311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为什么我们需要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心易陪伴？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023360" y="148361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370832" y="133731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大学生心理健康问题日益严峻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023360" y="248945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370832" y="234315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传统心理咨询门槛高、费用贵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023360" y="349529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370832" y="334899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现有APP缺乏文化认同感和趣味性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周易摇卦 — 用古老智慧整理思绪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1163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61163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142875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输入问题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179451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在心中默念你的困惑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3751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93751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11680" y="275463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摇卦生成六爻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312039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模拟铜钱摇卦过程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6339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26339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11680" y="408051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趣味解卦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0" y="444627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结合心理学解读卦象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23560" y="457200"/>
            <a:ext cx="3703320" cy="3680460"/>
          </a:xfrm>
          <a:prstGeom prst="rect">
            <a:avLst/>
          </a:prstGeom>
          <a:solidFill>
            <a:srgbClr val="FDF4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413766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通过数字化周易摇卦，将古老的东方智慧与现代AI技术结合，帮助大学生在趣味互动中梳理情绪、获得心灵启发。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AI心理陪伴 — 三个动漫角色守护你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2560320" cy="3863340"/>
          </a:xfrm>
          <a:prstGeom prst="rect">
            <a:avLst>
              <a:gd name="adj" fmla="val 5357"/>
            </a:avLst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44577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古见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50520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温柔倾听者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55092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「我在这里，静静听你说。"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457200"/>
            <a:ext cx="2560320" cy="3863340"/>
          </a:xfrm>
          <a:prstGeom prst="rect">
            <a:avLst>
              <a:gd name="adj" fmla="val 5357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44577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20440" y="50520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最强导师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55092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「没问题，交给我吧！"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457200"/>
            <a:ext cx="2560320" cy="3863340"/>
          </a:xfrm>
          <a:prstGeom prst="rect">
            <a:avLst>
              <a:gd name="adj" fmla="val 5357"/>
            </a:avLst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44577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射干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55080" y="50520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巫女守护者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55092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「愿神谕指引你的前路。"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7447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开心视频 — 用笑声驱散阴霾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20240" y="2251710"/>
            <a:ext cx="914400" cy="411480"/>
          </a:xfrm>
          <a:prstGeom prst="rect">
            <a:avLst>
              <a:gd name="adj" fmla="val 44444"/>
            </a:avLst>
          </a:prstGeom>
          <a:solidFill>
            <a:srgbClr val="FDF4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266319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17520" y="2251710"/>
            <a:ext cx="914400" cy="411480"/>
          </a:xfrm>
          <a:prstGeom prst="rect">
            <a:avLst>
              <a:gd name="adj" fmla="val 44444"/>
            </a:avLst>
          </a:prstGeom>
          <a:solidFill>
            <a:srgbClr val="FDF4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266319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萌宠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0" y="2251710"/>
            <a:ext cx="914400" cy="411480"/>
          </a:xfrm>
          <a:prstGeom prst="rect">
            <a:avLst>
              <a:gd name="adj" fmla="val 44444"/>
            </a:avLst>
          </a:prstGeom>
          <a:solidFill>
            <a:srgbClr val="FDF4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266319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校园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12080" y="2251710"/>
            <a:ext cx="914400" cy="411480"/>
          </a:xfrm>
          <a:prstGeom prst="rect">
            <a:avLst>
              <a:gd name="adj" fmla="val 44444"/>
            </a:avLst>
          </a:prstGeom>
          <a:solidFill>
            <a:srgbClr val="FDF4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266319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沙雕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2251710"/>
            <a:ext cx="914400" cy="411480"/>
          </a:xfrm>
          <a:prstGeom prst="rect">
            <a:avLst>
              <a:gd name="adj" fmla="val 44444"/>
            </a:avLst>
          </a:prstGeom>
          <a:solidFill>
            <a:srgbClr val="FDF4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66319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30327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精选B站搞笑视频，一键随机开心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2011680" cy="822960"/>
          </a:xfrm>
          <a:prstGeom prst="rect">
            <a:avLst>
              <a:gd name="adj" fmla="val 8889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React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71800" y="1709928"/>
            <a:ext cx="146304" cy="146304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7" name="Shape 5"/>
          <p:cNvSpPr/>
          <p:nvPr/>
        </p:nvSpPr>
        <p:spPr>
          <a:xfrm>
            <a:off x="3108960" y="1371600"/>
            <a:ext cx="2011680" cy="822960"/>
          </a:xfrm>
          <a:prstGeom prst="rect">
            <a:avLst>
              <a:gd name="adj" fmla="val 8889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47688" y="2350008"/>
            <a:ext cx="146304" cy="146304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08008" y="2350008"/>
            <a:ext cx="146304" cy="146304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0" y="2468880"/>
            <a:ext cx="2011680" cy="822960"/>
          </a:xfrm>
          <a:prstGeom prst="rect">
            <a:avLst>
              <a:gd name="adj" fmla="val 8889"/>
            </a:avLst>
          </a:pr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0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75320" y="2468880"/>
            <a:ext cx="2011680" cy="822960"/>
          </a:xfrm>
          <a:prstGeom prst="rect">
            <a:avLst>
              <a:gd name="adj" fmla="val 8889"/>
            </a:avLst>
          </a:prstGeom>
          <a:solidFill>
            <a:srgbClr val="4C1D95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+ PostgreSQL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市场机遇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68605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3000万+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55473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中国大学生人数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0" y="268605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291840" y="355473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大学生存在心理问题比例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26480" y="268605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100亿+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126480" y="355473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心理健康市场规模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我们的愿景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75463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让每一个年轻人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都能找到心灵的出口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0" y="2023110"/>
            <a:ext cx="2011680" cy="502920"/>
          </a:xfrm>
          <a:prstGeom prst="rect">
            <a:avLst>
              <a:gd name="adj" fmla="val 45455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252603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文化创新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2800350"/>
            <a:ext cx="2011680" cy="502920"/>
          </a:xfrm>
          <a:prstGeom prst="rect">
            <a:avLst>
              <a:gd name="adj" fmla="val 45455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330327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技术赋能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3577590"/>
            <a:ext cx="2011680" cy="502920"/>
          </a:xfrm>
          <a:prstGeom prst="rect">
            <a:avLst>
              <a:gd name="adj" fmla="val 45455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408051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心理关怀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828925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5735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1747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心易陪伴 — 探索内心，遇见更好的自己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1183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项目链接：github.com/your-team/mindful-gua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心易陪伴 路演</dc:title>
  <dc:subject>PptxGenJS Presentation</dc:subject>
  <dc:creator>心易陪伴团队</dc:creator>
  <cp:lastModifiedBy>心易陪伴团队</cp:lastModifiedBy>
  <cp:revision>1</cp:revision>
  <dcterms:created xsi:type="dcterms:W3CDTF">2026-07-09T09:14:21Z</dcterms:created>
  <dcterms:modified xsi:type="dcterms:W3CDTF">2026-07-09T09:14:21Z</dcterms:modified>
</cp:coreProperties>
</file>